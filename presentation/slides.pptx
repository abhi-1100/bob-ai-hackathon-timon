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Test Suite Breakdown — 106/106 Passed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Upload</c:v>
                </c:pt>
                <c:pt idx="1">
                  <c:v>CSV Parse</c:v>
                </c:pt>
                <c:pt idx="2">
                  <c:v>Correlat.</c:v>
                </c:pt>
                <c:pt idx="3">
                  <c:v>MITRE</c:v>
                </c:pt>
                <c:pt idx="4">
                  <c:v>Risk</c:v>
                </c:pt>
                <c:pt idx="5">
                  <c:v>Recomm.</c:v>
                </c:pt>
                <c:pt idx="6">
                  <c:v>Report</c:v>
                </c:pt>
                <c:pt idx="7">
                  <c:v>Workflow</c:v>
                </c:pt>
                <c:pt idx="8">
                  <c:v>Chat RAG</c:v>
                </c:pt>
                <c:pt idx="9">
                  <c:v>E2E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7</c:v>
                </c:pt>
                <c:pt idx="2">
                  <c:v>10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13</c:v>
                </c:pt>
                <c:pt idx="7">
                  <c:v>8</c:v>
                </c:pt>
                <c:pt idx="8">
                  <c:v>20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F-4374-B41A-9A0ED9B5CC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293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A0E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21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Threat Intelligence &amp;
</a:t>
            </a:r>
            <a:r>
              <a:rPr lang="en-US" sz="4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Prioritisation Assistant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thousands of noisy security alerts into correlated attack chains, automated MITRE ATT&amp;CK mappings, multi-factor risk scores, and executive-ready BLUF intelligence reports.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 Reduction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3.0s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Latency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106/106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1024128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5806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Now — Threat Intelligence Correlation &amp; Alert Prioritisation
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5806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[Timon]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8AED5B-EF19-B388-D92D-D45918DCA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9" y="178791"/>
            <a:ext cx="983542" cy="1055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Analysts Are Drowning in Alerts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and SOC analysts are flooded with thousands of daily alerts from SIEM systems, satellite feeds, cyber sensors, and intelligence reports — each in a different format. No human team can manually triage this volume.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630936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1546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 genuine threat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4747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attack chain gets buried in the noise and goes unnoticed until damage is done.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630936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206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Wasting critical resources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26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burn hours chasing false positives instead of investigating real intrusions.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78040" y="1554480"/>
            <a:ext cx="4462272" cy="1965960"/>
          </a:xfrm>
          <a:prstGeom prst="roundRect">
            <a:avLst>
              <a:gd name="adj" fmla="val 3721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9808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alerts a SOC may face daily — collapsing them into a handful of prioritized attack chains is the only way to keep up.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78040" y="3703320"/>
            <a:ext cx="4462272" cy="2240280"/>
          </a:xfrm>
          <a:prstGeom prst="roundRect">
            <a:avLst>
              <a:gd name="adj" fmla="val 326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52360" y="39319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523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Commanders need BLUF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43484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assessments must be delivered Bottom-Line-Up-Front so commanders can decide in minutes, not hours of reading raw logs.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Pipeline: Alerts In, Decisions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Multi-source, multi-format threat alerts via CSV batch upload.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raw alerts into coherent attack chains to separate signal from noise.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202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to MITRE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attacker behaviour to the MITRE ATT&amp;CK framework.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threats with a deterministic 0-100 risk model.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BLUF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AI-assisted, commander-ready executive reports.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1148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Analyst Chat, grounded strictly in retrieved data.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Alerts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OSINT feeds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8" name="Shape 6"/>
          <p:cNvSpPr/>
          <p:nvPr/>
        </p:nvSpPr>
        <p:spPr>
          <a:xfrm>
            <a:off x="233172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0487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&amp;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40487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5020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18795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8795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clustering + kill-chain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3328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89788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7103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7103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→ Risk → Recs → BLUF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1636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5411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Index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5411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embeddings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9944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46404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53719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53719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70B, RAG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3708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system of record: uploads, alerts, attack chains, MITRE mappings, risk scores, recommendations, BLUF reports, chat history.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379476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17220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Zero-Hallucination Chat Loop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43708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→ retrieve_node (vector search) → answer_node (grounded LLM) → memory_node (persist) → explainable response.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257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LangGraph  •  Groq (Llama 3.3 70B)  •  Qdrant  •  PostgreSQL  •  Pydantic V2  •  FastEmbed (BAAI/bge-small-en-v1.5)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Correlation Engine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alerts sharing a source IP are grouped, split by a 30-minute quiet-period sliding window, then ordered to reflect real attacker progression — turning a flood of alerts into a single readable attack chain.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PortScan, NetworkScan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95928" y="3575304"/>
            <a:ext cx="146304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25146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7889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 / Exploitation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BruteForce, SqlInjection, ExploitAttempt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07808" y="3575304"/>
            <a:ext cx="146304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0" y="25146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27889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Post-Exploitation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CredentialDumping, PrivilegeEscalation, CommandExecution, Malware, DataExfiltration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AC001 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source_ip 10.0.2.14  →  7 alerts  →  18 min span  →  auto-assigned identifiers AC001, AC002 ... for every correlated chain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Technique Mapping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events are matched against a curated technique knowledge base, deduplicated, and persisted — giving analysts standardized attacker intent instead of raw event names.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0607040" cy="36576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Service Discovery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CredentialDumping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Credential Dumping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 Public-Facing 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and Scripting Interpreter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DataExfiltration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Exfiltration Over C2 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5" name="Text 4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Risk Scoring (0–100)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 =  min ( 100,  Base Event Score  +  MITRE Technique Score  +  Kill-Chain Bonus 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907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Severity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73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40 · High 25 · Medium 15 · Low 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matching alert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27432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34840" y="2907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Techniques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273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points each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30 points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0" y="27432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0" y="2907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Kill-Chain Progression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273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/ +20 / +30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 / 3 / 4+ stages reached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70916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15568" y="4599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66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80–100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20040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0" y="4709160"/>
            <a:ext cx="201168" cy="20116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67328" y="4599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5166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60–79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585216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4709160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19088" y="4599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5166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40–59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50392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78240" y="470916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070848" y="4599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5166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0–39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7-8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Agents: Recommendations &amp; BLUF Reports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Agent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— high-priority containment (e.g. host isolation)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actions — network-level controls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actions — forensics &amp; SIEM hunting queries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actions — patching, hardening, MFA policy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in plain business language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97880" y="155448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105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810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BLUF Report Agent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46888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 (Critical / High / Medium / Low)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who, what, when, business risk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overview — chronological narrative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assets &amp; MITRE summary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 &amp; conclusion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029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run via Llama 3.3 70B on Groq — and both ship a deterministic, grounded fallback synthesizer.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GROQ_API_KEY is missing or the network fails, the platform still produces usable, threat-grounded output. All 106 tests pass with zero live network calls.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10-11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Analyst Chat — Grounded, Explainable RAG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retrieve_node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1906524"/>
            <a:ext cx="365760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0" y="16002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600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answer_node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906524"/>
            <a:ext cx="365760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6002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600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memory_node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14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search (BAAI/bge-small-en-v1.5, 384-dim, cosine) surfaces the top matching attack chains, reports &amp; MITRE records before the LLM ever answers.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12064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Rules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319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Senior Cybersecurity Threat Analyst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strictly from retrieved intelligence data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or fabricates incidents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flags when intel is unavailable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surfaces: Threat Summary, Risk Assessment, MITRE Techniques, Recommended 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324612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50215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502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Zero-Hallucination Guarantee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41605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matching threat intelligence records or attack chains were found for your query.”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983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verbatim whenever vector search comes back empty — the UI never implies an answer is more certain than the data supports.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0487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072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backend, Python 3.11+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9202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40487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8072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orchestration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9202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40487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· Llama 3.3 70B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36208" y="28072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BLUF generation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782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9202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068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79408" y="240487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79408" y="28072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DB, cosine similarity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6118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096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FastEmbed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498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BAAI/bge-small-en-v1.5 embeddings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20440" y="36118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204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493008" y="4096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15+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493008" y="4498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36118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636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236208" y="4096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236208" y="4498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schema validation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77824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06840" y="36118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0068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979408" y="4096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979408" y="4498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automated tests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09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106/106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21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709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52.41s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21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Runtime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709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3.0s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221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10,000-Alert Correlation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160020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23960" y="1709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221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Claims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2880360"/>
          <a:ext cx="10515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 — Upload to Decision in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59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05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sample multi-source CSV of alerts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8059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90488" y="1805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6002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raw alerts collapse into a handful of attack chains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8392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839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6334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 high-risk chain — MITRE mapping &amp; kill-chain progression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26334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28392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90488" y="2839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6334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risk score breakdown &amp; global risk distribution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6674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7248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8724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6667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generated Recommendations panel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366674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387248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90488" y="38724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6667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Executive BLUF report — commander-ready in seconds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90575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" y="49057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47000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Analyst Chat a grounded follow-up question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89320" y="4700016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0488" y="490575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90488" y="49057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7000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unanswerable question — see the zero-hallucination fallback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46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Correlation &amp; Alert Prioritisation Assistant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27448" y="4663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27448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1183</Words>
  <Application>Microsoft Office PowerPoint</Application>
  <PresentationFormat>Widescreen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 kakadiya</cp:lastModifiedBy>
  <cp:revision>3</cp:revision>
  <dcterms:created xsi:type="dcterms:W3CDTF">2026-09-15T05:57:16Z</dcterms:created>
  <dcterms:modified xsi:type="dcterms:W3CDTF">2026-09-15T06:10:54Z</dcterms:modified>
</cp:coreProperties>
</file>